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1197" autoAdjust="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80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Human-Guided Agentic Review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 &amp; Pattern Recognition for Healthcare TPO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Rashmita Kudamala  |  Indiana University Indianapolis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Operational Challenge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payer operations face a structural bottleneck.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notes, billing records, prior authorization requests, and payer-provider contracts all require expensive manual review before decisions can be made.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ML models process data in isolation — missing cross-modal patterns that determine real clinical and payment risk.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delayed authorizations, readmission risk gaps, and payment inaccuracies across TPO workflows.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0" y="105156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30368" y="114300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30368" y="1472184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discrepancies and contract mismatches go undetected without cross-document reasoning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0" y="2350008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30368" y="244144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Delays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30368" y="2770632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contract-compliance review creates bottlenecks and drives avoidable coverage denials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3648456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30368" y="3739896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Risk Gaps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406908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decisions made without integrating billing, mobility, and clinical trajectory signals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 &amp; Strategic Context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607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 Frameworks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EHR data, clinical notes, and billing records in unified agent pipelines significantly outperforms single-source models across TPO 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59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Reasoning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prompting enables LLMs to produce traceable, auditable clinical inference steps — a prerequisite for regulatory review and clinical accountability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Domain Adaptation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968496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fine-tuned on medical corpora are approaching specialist-level performance, validating their deployment in clinical and operational contexts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87552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1728" y="104241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1728" y="1426464"/>
            <a:ext cx="38953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prior authorization review, claims adjudication, and contract compliance monitoring at scale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clinical risk stratification enabling earlier, lower-cost payer interventions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307238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1728" y="3456432"/>
            <a:ext cx="38953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and algorithmic bias pose direct patient safety and care equity risks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constraints and absent regulatory frameworks create deployment uncertainty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HGARS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human-guided agentic pipeline for Treatment, Payment &amp; Operations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" y="1417320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4173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notes, ICD codes, billing records, and payer-provider contract terms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1819656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81528" y="1417320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81528" y="14173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60320" y="2395728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2487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29443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chain-of-thought reasoning over multimodal clinical and operational 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1819656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30368" y="1417320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0368" y="14173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09160" y="2395728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2487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29443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risk score, authorization status, and TPO cost tier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1819656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79208" y="1417320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79208" y="14173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858000" y="2395728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2487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9443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auditor reviews reasoning and approves or overrides the decision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Human-Guided Agentic Review System  —  HGARS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TPO scenarios  ·  Live LLM reasoning  ·  Human validation checkpoint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Value for Cotiviti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0" y="120700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Chain-reasoned compliance assessments flag coding discrepancies and contract violations before adjudication — reducing error rates and audit overhead.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0" y="120700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of unstructured clinical and billing documentation reduces manual review volume while preserving human authority at decision points.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0" y="120700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Stratification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recognition identifies readmission risk and care gaps before acute events — enabling earlier, lower-cost interventions across payer networks.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Rashmita Kudamala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Health Informatics  ·  Indiana University Indianapolis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github.com/rashmitakudamala/Cotiviti_Intern_Assessment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443</Words>
  <Application>Microsoft Office PowerPoint</Application>
  <PresentationFormat>On-screen Show (16:9)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HGARS - Cotiviti Intern Assessment</dc:title>
  <dc:subject>PptxGenJS Presentation</dc:subject>
  <dc:creator>Rashmita Kudamala</dc:creator>
  <cp:lastModifiedBy>Rashmita Kudamala</cp:lastModifiedBy>
  <cp:revision>2</cp:revision>
  <dcterms:created xsi:type="dcterms:W3CDTF">2026-06-29T02:08:29Z</dcterms:created>
  <dcterms:modified xsi:type="dcterms:W3CDTF">2026-06-29T03:53:11Z</dcterms:modified>
</cp:coreProperties>
</file>